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26"/>
  </p:normalViewPr>
  <p:slideViewPr>
    <p:cSldViewPr snapToGrid="0">
      <p:cViewPr varScale="1">
        <p:scale>
          <a:sx n="120" d="100"/>
          <a:sy n="120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31949C-A34D-BE2C-446F-18F7900E2E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A7ACA3-968D-339A-8C76-9FD54C301B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ECB535-18A1-8C36-E313-971547595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39BE2-954A-4535-BF5A-27DEC6DBB93D}" type="datetimeFigureOut">
              <a:rPr lang="fr-FR" smtClean="0"/>
              <a:t>12/12/2025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EBD1576-7C00-4865-1572-B7DCC54B0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D1331F6-6BAF-16E9-4EEA-B76728E3C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0D0AC-6D6D-4755-8D07-F9B512F214D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422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2A32A9-2E2C-8F55-E521-C685F0F85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937CC22-1AF2-3840-B98B-522B862D3F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EDCF384-35BE-266F-2A95-9F914D64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39BE2-954A-4535-BF5A-27DEC6DBB93D}" type="datetimeFigureOut">
              <a:rPr lang="fr-FR" smtClean="0"/>
              <a:t>12/12/2025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72AD273-3B17-1A2C-874D-C20225AE7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7E4707-D328-9C21-A59E-F6048C9BA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0D0AC-6D6D-4755-8D07-F9B512F214D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6103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0A7A04-3EA1-DA04-6F8A-D50CC173F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CC4C117-D82B-0AE6-7A82-17CB61E373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BEF7515-EE14-CC11-61F8-F95B6A8B5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39BE2-954A-4535-BF5A-27DEC6DBB93D}" type="datetimeFigureOut">
              <a:rPr lang="fr-FR" smtClean="0"/>
              <a:t>12/12/2025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1A15406-71CC-652B-C307-E9905747B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8CD7641-27A1-090B-FB97-02D3AA752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0D0AC-6D6D-4755-8D07-F9B512F214D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766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7263BF-5B28-C881-A689-C154F7A4A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B778552-F3BD-6785-7605-7AA2E146CF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AE90DA1-8065-2C8D-2A1F-47B4116B68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C0981B4-D676-AC48-F3C0-0C296899C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39BE2-954A-4535-BF5A-27DEC6DBB93D}" type="datetimeFigureOut">
              <a:rPr lang="fr-FR" smtClean="0"/>
              <a:t>12/12/2025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B8D19B4-2576-6400-B9E3-82C03E308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E022FBE-A7FE-6DCA-E421-C2B352FDE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0D0AC-6D6D-4755-8D07-F9B512F214D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99137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2506CB-695F-C706-5091-DE410A803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474EC91-BA6B-562D-7C6F-F965355251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BF95BD0-244E-787B-615C-3B05A9721F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7079269-A074-4EA1-4362-525D4AA25E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959102D-7C6F-F043-5A48-E14B13BAE2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BBA8F765-47FE-DF1F-1DAB-AE6D2EFB2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39BE2-954A-4535-BF5A-27DEC6DBB93D}" type="datetimeFigureOut">
              <a:rPr lang="fr-FR" smtClean="0"/>
              <a:t>12/12/2025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D28CEA9-5F6C-9F42-E431-4CE5B50FC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AC30018-CB18-25B1-0B5D-F7F5B8E33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0D0AC-6D6D-4755-8D07-F9B512F214D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0730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EBD2C7-CD73-64A5-886B-7E4548459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0D5DF31-25C2-255E-1415-4AEA7054F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39BE2-954A-4535-BF5A-27DEC6DBB93D}" type="datetimeFigureOut">
              <a:rPr lang="fr-FR" smtClean="0"/>
              <a:t>12/12/2025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A888085-0AEE-67EB-418C-0579B46B2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94E3C49-03AE-EB3C-4052-6EA1B81BB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0D0AC-6D6D-4755-8D07-F9B512F214D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051941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9C7D9BD-9199-C0EE-E388-23C17A36F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39BE2-954A-4535-BF5A-27DEC6DBB93D}" type="datetimeFigureOut">
              <a:rPr lang="fr-FR" smtClean="0"/>
              <a:t>12/12/2025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6EBF030-19B7-ED8C-F555-C4F7A5310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6D55C27-F0F0-D0ED-390C-8EF734290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0D0AC-6D6D-4755-8D07-F9B512F214D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352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878659E-E04F-2E60-12F7-9827FD1F1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BCDCFA5-9ADA-487E-A31A-D44C08FDB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02AAF29-5B93-D30B-DDB5-01D28AC44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3078EF4-CB2F-7990-863F-4B3BCA707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39BE2-954A-4535-BF5A-27DEC6DBB93D}" type="datetimeFigureOut">
              <a:rPr lang="fr-FR" smtClean="0"/>
              <a:t>12/12/2025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7E58E0D-B009-23CF-2B81-3446639E4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856C5A6-1AAD-19FB-2E57-CB6C56201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0D0AC-6D6D-4755-8D07-F9B512F214D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90266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7B38E5-011E-6AB5-5ED2-1A661112D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8E15ADA-6EFF-2E64-AB52-6C88238453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0694D43-8C43-8829-7445-4839489CC1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7E358C2-E125-013F-4764-88FEB3DD3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39BE2-954A-4535-BF5A-27DEC6DBB93D}" type="datetimeFigureOut">
              <a:rPr lang="fr-FR" smtClean="0"/>
              <a:t>12/12/2025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DA7DEB5-2976-CC10-46FD-728E726A0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B97D2BE-4A6D-18A5-F585-25D2FE3DA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0D0AC-6D6D-4755-8D07-F9B512F214D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640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DBA023-0DC7-3C00-26EB-84D2B1B1F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44343FE-FE15-0B1D-BF87-8B9BF84E9F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CAA6063-34F1-514C-759C-EC4A90597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39BE2-954A-4535-BF5A-27DEC6DBB93D}" type="datetimeFigureOut">
              <a:rPr lang="fr-FR" smtClean="0"/>
              <a:t>12/12/2025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81936D-6CD7-09F1-3E52-CC05D3752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6F20A9C-33FB-8D89-C437-AFBF003DE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0D0AC-6D6D-4755-8D07-F9B512F214D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6810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FC8B983-2DF0-203B-4B16-D3EEA0BD98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91E626F-153B-1E08-DA30-FBADCCF03C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3B96266-6172-3009-C949-8F2CF5FA0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39BE2-954A-4535-BF5A-27DEC6DBB93D}" type="datetimeFigureOut">
              <a:rPr lang="fr-FR" smtClean="0"/>
              <a:t>12/12/2025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1C9E3F-7104-F90A-FAC8-8D4807ACB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912640F-C3CA-DCE4-7256-85059875A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0D0AC-6D6D-4755-8D07-F9B512F214D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128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0045E6D4-CBEC-AF2E-FF03-E139963DC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BE0EA6C-5D54-44EE-3D64-B21303A03E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79A430B-6141-B1C5-D71C-D85911902F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D39BE2-954A-4535-BF5A-27DEC6DBB93D}" type="datetimeFigureOut">
              <a:rPr lang="fr-FR" smtClean="0"/>
              <a:t>12/12/2025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01E8DF0-0F26-A2F3-9E44-D2E36DF1E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77D1D37-1FB4-08A3-8149-6AFF07E2EC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B0D0AC-6D6D-4755-8D07-F9B512F214D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923932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6234BCC6-39B9-47D9-8BF8-C665401A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 6" descr="Une image contenant motif, Rectangle, carré, Symétrie&#10;&#10;Description générée automatiquement">
            <a:extLst>
              <a:ext uri="{FF2B5EF4-FFF2-40B4-BE49-F238E27FC236}">
                <a16:creationId xmlns:a16="http://schemas.microsoft.com/office/drawing/2014/main" id="{8245C957-3F18-8A45-BF5B-E3F65D1D8F1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998" b="26964"/>
          <a:stretch/>
        </p:blipFill>
        <p:spPr>
          <a:xfrm>
            <a:off x="4883025" y="10"/>
            <a:ext cx="7308975" cy="3364982"/>
          </a:xfrm>
          <a:custGeom>
            <a:avLst/>
            <a:gdLst/>
            <a:ahLst/>
            <a:cxnLst/>
            <a:rect l="l" t="t" r="r" b="b"/>
            <a:pathLst>
              <a:path w="7308975" h="3364992">
                <a:moveTo>
                  <a:pt x="0" y="0"/>
                </a:moveTo>
                <a:lnTo>
                  <a:pt x="7308975" y="0"/>
                </a:lnTo>
                <a:lnTo>
                  <a:pt x="7308975" y="3364992"/>
                </a:lnTo>
                <a:lnTo>
                  <a:pt x="1210305" y="3364992"/>
                </a:lnTo>
                <a:lnTo>
                  <a:pt x="1192705" y="2943200"/>
                </a:lnTo>
                <a:cubicBezTo>
                  <a:pt x="1098874" y="1825108"/>
                  <a:pt x="684692" y="821621"/>
                  <a:pt x="62981" y="69271"/>
                </a:cubicBezTo>
                <a:close/>
              </a:path>
            </a:pathLst>
          </a:custGeom>
        </p:spPr>
      </p:pic>
      <p:pic>
        <p:nvPicPr>
          <p:cNvPr id="5" name="Image 4" descr="Une image contenant texte, Police, capture d’écran, logo&#10;&#10;Description générée automatiquement">
            <a:extLst>
              <a:ext uri="{FF2B5EF4-FFF2-40B4-BE49-F238E27FC236}">
                <a16:creationId xmlns:a16="http://schemas.microsoft.com/office/drawing/2014/main" id="{A856A8EE-3F6B-FBA8-7B71-2707DC1A3F4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7" r="-2" b="-2"/>
          <a:stretch/>
        </p:blipFill>
        <p:spPr>
          <a:xfrm>
            <a:off x="4883025" y="3493008"/>
            <a:ext cx="7308975" cy="3364992"/>
          </a:xfrm>
          <a:custGeom>
            <a:avLst/>
            <a:gdLst/>
            <a:ahLst/>
            <a:cxnLst/>
            <a:rect l="l" t="t" r="r" b="b"/>
            <a:pathLst>
              <a:path w="7308975" h="3364992">
                <a:moveTo>
                  <a:pt x="1210305" y="0"/>
                </a:moveTo>
                <a:lnTo>
                  <a:pt x="7308975" y="0"/>
                </a:lnTo>
                <a:lnTo>
                  <a:pt x="7308975" y="3364992"/>
                </a:lnTo>
                <a:lnTo>
                  <a:pt x="0" y="3364992"/>
                </a:lnTo>
                <a:lnTo>
                  <a:pt x="62981" y="3295722"/>
                </a:lnTo>
                <a:cubicBezTo>
                  <a:pt x="684692" y="2543371"/>
                  <a:pt x="1098874" y="1539884"/>
                  <a:pt x="1192705" y="421793"/>
                </a:cubicBezTo>
                <a:close/>
              </a:path>
            </a:pathLst>
          </a:custGeom>
        </p:spPr>
      </p:pic>
      <p:sp useBgFill="1">
        <p:nvSpPr>
          <p:cNvPr id="24" name="Freeform: Shape 23">
            <a:extLst>
              <a:ext uri="{FF2B5EF4-FFF2-40B4-BE49-F238E27FC236}">
                <a16:creationId xmlns:a16="http://schemas.microsoft.com/office/drawing/2014/main" id="{72A9CE9D-DAC3-40AF-B504-78A64A909F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001" cy="6858000"/>
          </a:xfrm>
          <a:custGeom>
            <a:avLst/>
            <a:gdLst>
              <a:gd name="connsiteX0" fmla="*/ 0 w 6096001"/>
              <a:gd name="connsiteY0" fmla="*/ 0 h 6858000"/>
              <a:gd name="connsiteX1" fmla="*/ 4883024 w 6096001"/>
              <a:gd name="connsiteY1" fmla="*/ 0 h 6858000"/>
              <a:gd name="connsiteX2" fmla="*/ 4946006 w 6096001"/>
              <a:gd name="connsiteY2" fmla="*/ 69271 h 6858000"/>
              <a:gd name="connsiteX3" fmla="*/ 6096001 w 6096001"/>
              <a:gd name="connsiteY3" fmla="*/ 3429000 h 6858000"/>
              <a:gd name="connsiteX4" fmla="*/ 4946006 w 6096001"/>
              <a:gd name="connsiteY4" fmla="*/ 6788730 h 6858000"/>
              <a:gd name="connsiteX5" fmla="*/ 4883024 w 6096001"/>
              <a:gd name="connsiteY5" fmla="*/ 6858000 h 6858000"/>
              <a:gd name="connsiteX6" fmla="*/ 0 w 609600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96001" h="6858000">
                <a:moveTo>
                  <a:pt x="0" y="0"/>
                </a:moveTo>
                <a:lnTo>
                  <a:pt x="4883024" y="0"/>
                </a:lnTo>
                <a:lnTo>
                  <a:pt x="4946006" y="69271"/>
                </a:lnTo>
                <a:cubicBezTo>
                  <a:pt x="5656532" y="929100"/>
                  <a:pt x="6096001" y="2116944"/>
                  <a:pt x="6096001" y="3429000"/>
                </a:cubicBezTo>
                <a:cubicBezTo>
                  <a:pt x="6096001" y="4741056"/>
                  <a:pt x="5656532" y="5928900"/>
                  <a:pt x="4946006" y="6788730"/>
                </a:cubicBezTo>
                <a:lnTo>
                  <a:pt x="4883024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6" name="Freeform: Shape 25">
            <a:extLst>
              <a:ext uri="{FF2B5EF4-FFF2-40B4-BE49-F238E27FC236}">
                <a16:creationId xmlns:a16="http://schemas.microsoft.com/office/drawing/2014/main" id="{506D7452-6CDE-4381-86CE-07B2459383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6087332" cy="6858000"/>
          </a:xfrm>
          <a:custGeom>
            <a:avLst/>
            <a:gdLst>
              <a:gd name="connsiteX0" fmla="*/ 0 w 6087332"/>
              <a:gd name="connsiteY0" fmla="*/ 0 h 6858000"/>
              <a:gd name="connsiteX1" fmla="*/ 4874355 w 6087332"/>
              <a:gd name="connsiteY1" fmla="*/ 0 h 6858000"/>
              <a:gd name="connsiteX2" fmla="*/ 4937337 w 6087332"/>
              <a:gd name="connsiteY2" fmla="*/ 69271 h 6858000"/>
              <a:gd name="connsiteX3" fmla="*/ 6087332 w 6087332"/>
              <a:gd name="connsiteY3" fmla="*/ 3429000 h 6858000"/>
              <a:gd name="connsiteX4" fmla="*/ 4937337 w 6087332"/>
              <a:gd name="connsiteY4" fmla="*/ 6788730 h 6858000"/>
              <a:gd name="connsiteX5" fmla="*/ 4874355 w 6087332"/>
              <a:gd name="connsiteY5" fmla="*/ 6858000 h 6858000"/>
              <a:gd name="connsiteX6" fmla="*/ 0 w 6087332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87332" h="6858000">
                <a:moveTo>
                  <a:pt x="0" y="0"/>
                </a:moveTo>
                <a:lnTo>
                  <a:pt x="4874355" y="0"/>
                </a:lnTo>
                <a:lnTo>
                  <a:pt x="4937337" y="69271"/>
                </a:lnTo>
                <a:cubicBezTo>
                  <a:pt x="5647863" y="929100"/>
                  <a:pt x="6087332" y="2116944"/>
                  <a:pt x="6087332" y="3429000"/>
                </a:cubicBezTo>
                <a:cubicBezTo>
                  <a:pt x="6087332" y="4741056"/>
                  <a:pt x="5647863" y="5928900"/>
                  <a:pt x="4937337" y="6788730"/>
                </a:cubicBezTo>
                <a:lnTo>
                  <a:pt x="4874355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311222E-03A1-8A0F-4BA9-9FA36E757A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912" y="1524659"/>
            <a:ext cx="5019074" cy="2774088"/>
          </a:xfrm>
        </p:spPr>
        <p:txBody>
          <a:bodyPr>
            <a:normAutofit/>
          </a:bodyPr>
          <a:lstStyle/>
          <a:p>
            <a:pPr algn="l"/>
            <a:r>
              <a:rPr lang="fr-FR" sz="4600" dirty="0">
                <a:latin typeface="Comic Sans MS" panose="030F0702030302020204" pitchFamily="66" charset="0"/>
              </a:rPr>
              <a:t>Projet de résolution de labyrinthe automatiquement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7B6EA5A-3B0B-4364-D5F7-BCD262FC68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646297"/>
            <a:ext cx="4917948" cy="198995"/>
          </a:xfrm>
        </p:spPr>
        <p:txBody>
          <a:bodyPr>
            <a:normAutofit fontScale="77500" lnSpcReduction="20000"/>
          </a:bodyPr>
          <a:lstStyle/>
          <a:p>
            <a:pPr algn="l"/>
            <a:r>
              <a:rPr lang="fr-FR" sz="1200" dirty="0">
                <a:latin typeface="Comic Sans MS" panose="030F0702030302020204" pitchFamily="66" charset="0"/>
              </a:rPr>
              <a:t>Felix ton </a:t>
            </a:r>
            <a:r>
              <a:rPr lang="fr-FR" sz="1200" dirty="0" err="1">
                <a:latin typeface="Comic Sans MS" panose="030F0702030302020204" pitchFamily="66" charset="0"/>
              </a:rPr>
              <a:t>that</a:t>
            </a:r>
            <a:r>
              <a:rPr lang="fr-FR" sz="1200" dirty="0">
                <a:latin typeface="Comic Sans MS" panose="030F0702030302020204" pitchFamily="66" charset="0"/>
              </a:rPr>
              <a:t> </a:t>
            </a:r>
            <a:r>
              <a:rPr lang="fr-FR" sz="1200" dirty="0" err="1">
                <a:latin typeface="Comic Sans MS" panose="030F0702030302020204" pitchFamily="66" charset="0"/>
              </a:rPr>
              <a:t>lavarini</a:t>
            </a:r>
            <a:endParaRPr lang="fr-FR" sz="1200" dirty="0">
              <a:latin typeface="Comic Sans MS" panose="030F0702030302020204" pitchFamily="66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62DA937-8B55-4317-BD32-98D7AF30E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67989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Avenir Next LT Pro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52EE5A8-045B-4D39-8ED1-51333408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098" y="4461119"/>
            <a:ext cx="5019074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27501A74-237D-AB0F-9DE3-35092E02C889}"/>
              </a:ext>
            </a:extLst>
          </p:cNvPr>
          <p:cNvSpPr/>
          <p:nvPr/>
        </p:nvSpPr>
        <p:spPr>
          <a:xfrm>
            <a:off x="9724129" y="1435674"/>
            <a:ext cx="177970" cy="17797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3693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685C37-A917-6F77-FA3C-7E4C782BA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fr-FR" dirty="0">
                <a:latin typeface="Comic Sans MS" panose="030F0702030302020204" pitchFamily="66" charset="0"/>
              </a:rPr>
              <a:t>sommaire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7C86A00-7EE3-1E6E-121A-A50DFACD4F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47527"/>
            <a:ext cx="10515600" cy="3329435"/>
          </a:xfrm>
        </p:spPr>
        <p:txBody>
          <a:bodyPr/>
          <a:lstStyle/>
          <a:p>
            <a:r>
              <a:rPr lang="fr-FR" dirty="0">
                <a:latin typeface="Comic Sans MS" panose="030F0702030302020204" pitchFamily="66" charset="0"/>
              </a:rPr>
              <a:t>1 méthodes de résolutions</a:t>
            </a:r>
          </a:p>
          <a:p>
            <a:r>
              <a:rPr lang="fr-FR" dirty="0">
                <a:latin typeface="Comic Sans MS" panose="030F0702030302020204" pitchFamily="66" charset="0"/>
              </a:rPr>
              <a:t>2 Types de données nécessaire</a:t>
            </a:r>
          </a:p>
          <a:p>
            <a:r>
              <a:rPr lang="fr-FR" dirty="0">
                <a:latin typeface="Comic Sans MS" panose="030F0702030302020204" pitchFamily="66" charset="0"/>
              </a:rPr>
              <a:t>3 Implémentation d’un algorithme de génération</a:t>
            </a:r>
          </a:p>
        </p:txBody>
      </p:sp>
    </p:spTree>
    <p:extLst>
      <p:ext uri="{BB962C8B-B14F-4D97-AF65-F5344CB8AC3E}">
        <p14:creationId xmlns:p14="http://schemas.microsoft.com/office/powerpoint/2010/main" val="2625245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189FB0-797C-E635-C8CF-C894334C6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8794196" cy="1325563"/>
          </a:xfrm>
        </p:spPr>
        <p:txBody>
          <a:bodyPr>
            <a:normAutofit/>
          </a:bodyPr>
          <a:lstStyle/>
          <a:p>
            <a:r>
              <a:rPr lang="fr-FR" sz="4000" dirty="0">
                <a:latin typeface="Comic Sans MS" panose="030F0702030302020204" pitchFamily="66" charset="0"/>
              </a:rPr>
              <a:t>Méthode de résolutions principales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524D79-C93E-C8E0-DB22-A9BF27CF17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190878"/>
            <a:ext cx="7572950" cy="4667122"/>
          </a:xfrm>
        </p:spPr>
        <p:txBody>
          <a:bodyPr>
            <a:normAutofit/>
          </a:bodyPr>
          <a:lstStyle/>
          <a:p>
            <a:r>
              <a:rPr lang="fr-FR" sz="2000" dirty="0">
                <a:latin typeface="Comic Sans MS" panose="030F0702030302020204" pitchFamily="66" charset="0"/>
              </a:rPr>
              <a:t>En suivant un coté (voir ci-contre)</a:t>
            </a:r>
          </a:p>
          <a:p>
            <a:pPr lvl="1"/>
            <a:r>
              <a:rPr lang="fr-FR" sz="2000" dirty="0">
                <a:latin typeface="Comic Sans MS" panose="030F0702030302020204" pitchFamily="66" charset="0"/>
              </a:rPr>
              <a:t>On tourne et on avance jusqu’à trouver la sortie</a:t>
            </a:r>
          </a:p>
          <a:p>
            <a:pPr marL="457200" lvl="1" indent="0">
              <a:buNone/>
            </a:pPr>
            <a:r>
              <a:rPr lang="fr-FR" sz="2000" dirty="0">
                <a:latin typeface="Comic Sans MS" panose="030F0702030302020204" pitchFamily="66" charset="0"/>
              </a:rPr>
              <a:t>On cherche ensuite le chemin le plus court</a:t>
            </a:r>
          </a:p>
          <a:p>
            <a:r>
              <a:rPr lang="fr-FR" sz="2000" dirty="0">
                <a:latin typeface="Comic Sans MS" panose="030F0702030302020204" pitchFamily="66" charset="0"/>
              </a:rPr>
              <a:t>En commençant par la sortie </a:t>
            </a:r>
          </a:p>
          <a:p>
            <a:r>
              <a:rPr lang="fr-FR" sz="2000" dirty="0">
                <a:latin typeface="Comic Sans MS" panose="030F0702030302020204" pitchFamily="66" charset="0"/>
              </a:rPr>
              <a:t>En passant de proche en proche</a:t>
            </a:r>
          </a:p>
          <a:p>
            <a:pPr lvl="1"/>
            <a:r>
              <a:rPr lang="fr-FR" sz="2000" dirty="0">
                <a:latin typeface="Comic Sans MS" panose="030F0702030302020204" pitchFamily="66" charset="0"/>
              </a:rPr>
              <a:t>Utilisation de vecteur pour avoir la case la plus proche de nous qui est la plus proche de la sortie</a:t>
            </a:r>
          </a:p>
          <a:p>
            <a:r>
              <a:rPr lang="fr-FR" sz="2000" dirty="0">
                <a:latin typeface="Comic Sans MS" panose="030F0702030302020204" pitchFamily="66" charset="0"/>
              </a:rPr>
              <a:t>Avec DFS (</a:t>
            </a:r>
            <a:r>
              <a:rPr lang="fr-FR" sz="2000" dirty="0" err="1">
                <a:latin typeface="Comic Sans MS" panose="030F0702030302020204" pitchFamily="66" charset="0"/>
              </a:rPr>
              <a:t>depth</a:t>
            </a:r>
            <a:r>
              <a:rPr lang="fr-FR" sz="2000" dirty="0">
                <a:latin typeface="Comic Sans MS" panose="030F0702030302020204" pitchFamily="66" charset="0"/>
              </a:rPr>
              <a:t>-first </a:t>
            </a:r>
            <a:r>
              <a:rPr lang="fr-FR" sz="2000" dirty="0" err="1">
                <a:latin typeface="Comic Sans MS" panose="030F0702030302020204" pitchFamily="66" charset="0"/>
              </a:rPr>
              <a:t>search</a:t>
            </a:r>
            <a:r>
              <a:rPr lang="fr-FR" sz="2000" dirty="0">
                <a:latin typeface="Comic Sans MS" panose="030F0702030302020204" pitchFamily="66" charset="0"/>
              </a:rPr>
              <a:t>) (optionnel)</a:t>
            </a:r>
          </a:p>
          <a:p>
            <a:pPr marL="457200" lvl="1" indent="0">
              <a:buNone/>
            </a:pPr>
            <a:r>
              <a:rPr lang="fr-FR" sz="2000" dirty="0">
                <a:latin typeface="Comic Sans MS" panose="030F0702030302020204" pitchFamily="66" charset="0"/>
              </a:rPr>
              <a:t>Ou algorithme de recherche en profondeur</a:t>
            </a:r>
          </a:p>
          <a:p>
            <a:pPr marL="457200" lvl="1" indent="0">
              <a:buNone/>
            </a:pPr>
            <a:r>
              <a:rPr lang="fr-FR" sz="2000" dirty="0">
                <a:latin typeface="Comic Sans MS" panose="030F0702030302020204" pitchFamily="66" charset="0"/>
              </a:rPr>
              <a:t>Permet également de générer un labyrinthe</a:t>
            </a:r>
          </a:p>
          <a:p>
            <a:pPr marL="0" indent="0">
              <a:buNone/>
            </a:pPr>
            <a:endParaRPr lang="fr-FR" sz="2000" dirty="0">
              <a:latin typeface="Comic Sans MS" panose="030F0702030302020204" pitchFamily="66" charset="0"/>
            </a:endParaRPr>
          </a:p>
        </p:txBody>
      </p:sp>
      <p:pic>
        <p:nvPicPr>
          <p:cNvPr id="5" name="Image 4" descr="Une image contenant motif, Symétrie, Rectangle, carré&#10;&#10;Description générée automatiquement">
            <a:extLst>
              <a:ext uri="{FF2B5EF4-FFF2-40B4-BE49-F238E27FC236}">
                <a16:creationId xmlns:a16="http://schemas.microsoft.com/office/drawing/2014/main" id="{716FD2D8-674A-27C8-3B5C-F6852FD5C7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0505" y="991597"/>
            <a:ext cx="4011495" cy="3945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9098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3A3A2D-FAF8-9DCC-A9C6-6EEFF7AB9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Types Variables nécessaires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7A703C2-1389-44C5-69FA-3C0D8E7F91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Matrice dynamique pour les emplacements sur la carte</a:t>
            </a:r>
          </a:p>
          <a:p>
            <a:r>
              <a:rPr lang="fr-FR" dirty="0"/>
              <a:t>Liste chainée pour le chemin et les coordonnées</a:t>
            </a:r>
          </a:p>
          <a:p>
            <a:pPr lvl="1"/>
            <a:r>
              <a:rPr lang="fr-FR" dirty="0"/>
              <a:t>Pions (étape de résolution)</a:t>
            </a:r>
          </a:p>
          <a:p>
            <a:pPr lvl="1"/>
            <a:r>
              <a:rPr lang="fr-FR" dirty="0"/>
              <a:t>Points (coordonnées)</a:t>
            </a:r>
          </a:p>
          <a:p>
            <a:r>
              <a:rPr lang="fr-FR" dirty="0"/>
              <a:t>Files ou piles supplémentaire si nécessaire en fonction de la demande</a:t>
            </a:r>
          </a:p>
          <a:p>
            <a:pPr lvl="1"/>
            <a:r>
              <a:rPr lang="fr-FR" dirty="0"/>
              <a:t>(utile surtout pour les threads si c’est implémenté)</a:t>
            </a:r>
          </a:p>
          <a:p>
            <a:pPr lvl="1"/>
            <a:r>
              <a:rPr lang="fr-FR" dirty="0"/>
              <a:t>Certains algorithmes nécessitent des piles ou files (pas dans les 3 premières méthodes)</a:t>
            </a:r>
          </a:p>
        </p:txBody>
      </p:sp>
    </p:spTree>
    <p:extLst>
      <p:ext uri="{BB962C8B-B14F-4D97-AF65-F5344CB8AC3E}">
        <p14:creationId xmlns:p14="http://schemas.microsoft.com/office/powerpoint/2010/main" val="2895738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texte, capture d’écran, ligne, Police&#10;&#10;Description générée automatiquement">
            <a:extLst>
              <a:ext uri="{FF2B5EF4-FFF2-40B4-BE49-F238E27FC236}">
                <a16:creationId xmlns:a16="http://schemas.microsoft.com/office/drawing/2014/main" id="{41AE36DE-1DF8-6C19-A626-F6F6365916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42959"/>
            <a:ext cx="5326841" cy="6855413"/>
          </a:xfrm>
          <a:prstGeom prst="rect">
            <a:avLst/>
          </a:prstGeom>
        </p:spPr>
      </p:pic>
      <p:sp>
        <p:nvSpPr>
          <p:cNvPr id="8" name="Espace réservé du contenu 2">
            <a:extLst>
              <a:ext uri="{FF2B5EF4-FFF2-40B4-BE49-F238E27FC236}">
                <a16:creationId xmlns:a16="http://schemas.microsoft.com/office/drawing/2014/main" id="{8EAD61DF-75D0-3E5C-75CC-622C463DD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6840" y="1221245"/>
            <a:ext cx="4891631" cy="2531637"/>
          </a:xfrm>
          <a:ln>
            <a:solidFill>
              <a:schemeClr val="bg2">
                <a:lumMod val="75000"/>
              </a:schemeClr>
            </a:solidFill>
          </a:ln>
        </p:spPr>
        <p:txBody>
          <a:bodyPr>
            <a:normAutofit/>
          </a:bodyPr>
          <a:lstStyle/>
          <a:p>
            <a:pPr lvl="1"/>
            <a:r>
              <a:rPr lang="fr-FR" dirty="0"/>
              <a:t>Permettre de connaitre le fonctionnement du programme</a:t>
            </a:r>
          </a:p>
          <a:p>
            <a:pPr lvl="1"/>
            <a:r>
              <a:rPr lang="fr-FR" dirty="0"/>
              <a:t>Permet de se faire une idée de la progression de la compilation</a:t>
            </a:r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A2ADE87C-2CC6-60D6-556F-D9EA8F848825}"/>
              </a:ext>
            </a:extLst>
          </p:cNvPr>
          <p:cNvSpPr txBox="1">
            <a:spLocks/>
          </p:cNvSpPr>
          <p:nvPr/>
        </p:nvSpPr>
        <p:spPr>
          <a:xfrm>
            <a:off x="5326840" y="4038328"/>
            <a:ext cx="4891631" cy="253163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fr-FR" dirty="0"/>
          </a:p>
          <a:p>
            <a:pPr lvl="1"/>
            <a:r>
              <a:rPr lang="fr-FR" dirty="0"/>
              <a:t>On ne perd pas de temps à faire les données nous même</a:t>
            </a:r>
          </a:p>
          <a:p>
            <a:pPr lvl="1"/>
            <a:r>
              <a:rPr lang="fr-FR" dirty="0"/>
              <a:t>En utilisant un algorithme plus ou moins avancé on peut gagner de l’espace mémoire en C</a:t>
            </a:r>
          </a:p>
        </p:txBody>
      </p:sp>
      <p:sp>
        <p:nvSpPr>
          <p:cNvPr id="10" name="Espace réservé du contenu 2">
            <a:extLst>
              <a:ext uri="{FF2B5EF4-FFF2-40B4-BE49-F238E27FC236}">
                <a16:creationId xmlns:a16="http://schemas.microsoft.com/office/drawing/2014/main" id="{C646F491-4D7D-BDCC-864A-38D59C1E8B32}"/>
              </a:ext>
            </a:extLst>
          </p:cNvPr>
          <p:cNvSpPr txBox="1">
            <a:spLocks/>
          </p:cNvSpPr>
          <p:nvPr/>
        </p:nvSpPr>
        <p:spPr>
          <a:xfrm>
            <a:off x="6096000" y="278749"/>
            <a:ext cx="4891631" cy="4883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dirty="0"/>
              <a:t>Avantages :</a:t>
            </a:r>
          </a:p>
          <a:p>
            <a:pPr lvl="1"/>
            <a:endParaRPr lang="fr-FR" dirty="0"/>
          </a:p>
        </p:txBody>
      </p:sp>
      <p:sp>
        <p:nvSpPr>
          <p:cNvPr id="4" name="Espace réservé du contenu 2">
            <a:extLst>
              <a:ext uri="{FF2B5EF4-FFF2-40B4-BE49-F238E27FC236}">
                <a16:creationId xmlns:a16="http://schemas.microsoft.com/office/drawing/2014/main" id="{6D5E6D5B-8204-45B0-4274-DA73FE912172}"/>
              </a:ext>
            </a:extLst>
          </p:cNvPr>
          <p:cNvSpPr txBox="1">
            <a:spLocks/>
          </p:cNvSpPr>
          <p:nvPr/>
        </p:nvSpPr>
        <p:spPr>
          <a:xfrm>
            <a:off x="619828" y="552970"/>
            <a:ext cx="3890803" cy="42828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fr-FR" sz="2000" dirty="0"/>
              <a:t>Supplémentaire (optionnel)</a:t>
            </a:r>
          </a:p>
        </p:txBody>
      </p:sp>
    </p:spTree>
    <p:extLst>
      <p:ext uri="{BB962C8B-B14F-4D97-AF65-F5344CB8AC3E}">
        <p14:creationId xmlns:p14="http://schemas.microsoft.com/office/powerpoint/2010/main" val="257825841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</TotalTime>
  <Words>225</Words>
  <Application>Microsoft Macintosh PowerPoint</Application>
  <PresentationFormat>Grand écran</PresentationFormat>
  <Paragraphs>31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1" baseType="lpstr">
      <vt:lpstr>Arial</vt:lpstr>
      <vt:lpstr>Avenir Next LT Pro</vt:lpstr>
      <vt:lpstr>Calibri</vt:lpstr>
      <vt:lpstr>Calibri Light</vt:lpstr>
      <vt:lpstr>Comic Sans MS</vt:lpstr>
      <vt:lpstr>Thème Office</vt:lpstr>
      <vt:lpstr>Projet de résolution de labyrinthe automatiquement</vt:lpstr>
      <vt:lpstr>sommaire</vt:lpstr>
      <vt:lpstr>Méthode de résolutions principales</vt:lpstr>
      <vt:lpstr>Types Variables nécessaires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de résolution de labyrinthe automatiquement</dc:title>
  <dc:creator>Félix Ton-That</dc:creator>
  <cp:lastModifiedBy>Felix Ton that-Lavarini</cp:lastModifiedBy>
  <cp:revision>31</cp:revision>
  <dcterms:created xsi:type="dcterms:W3CDTF">2023-12-15T10:00:02Z</dcterms:created>
  <dcterms:modified xsi:type="dcterms:W3CDTF">2025-12-12T21:15:52Z</dcterms:modified>
</cp:coreProperties>
</file>